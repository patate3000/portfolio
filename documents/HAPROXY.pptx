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5" r:id="rId10"/>
    <p:sldId id="266" r:id="rId11"/>
    <p:sldId id="268" r:id="rId12"/>
    <p:sldId id="269" r:id="rId13"/>
    <p:sldId id="264" r:id="rId14"/>
    <p:sldId id="263" r:id="rId15"/>
    <p:sldId id="273" r:id="rId16"/>
    <p:sldId id="272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2227" autoAdjust="0"/>
  </p:normalViewPr>
  <p:slideViewPr>
    <p:cSldViewPr snapToGrid="0">
      <p:cViewPr varScale="1">
        <p:scale>
          <a:sx n="93" d="100"/>
          <a:sy n="93" d="100"/>
        </p:scale>
        <p:origin x="12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D2FA6-CBE2-409D-B323-8D6430147A1D}" type="datetimeFigureOut">
              <a:rPr lang="fr-FR" smtClean="0"/>
              <a:t>09/01/2024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DDA63-261E-4ADF-A560-6068002439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9093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Chroot is a Linux system call that </a:t>
            </a:r>
            <a:r>
              <a:rPr lang="en-US" b="1" dirty="0"/>
              <a:t>changes the root directory of the current process and all of its child processes</a:t>
            </a:r>
            <a:r>
              <a:rPr lang="en-US" dirty="0"/>
              <a:t>. This can be used to isolate processes from the rest of the system, which can be useful for security purposes.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DDA63-261E-4ADF-A560-60680024396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1918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8CC098-3F96-E9DC-A0AE-EECB5581F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FA60D34-11AD-FCE3-40D5-C8B3C0D2BE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D69C5B-81B0-771B-3EF4-7817A36BC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7D364-93A8-4101-B7A2-33422E01DDBB}" type="datetimeFigureOut">
              <a:rPr lang="fr-FR" smtClean="0"/>
              <a:t>09/01/2024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B36E99-FD31-FB9C-A74A-83219E2F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F493CD-7C0F-273D-7E13-374CC59D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43EC-C041-40D9-A96B-60B6A32315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0219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031507-BF20-C73C-F98D-09B781A4E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75AE78-270E-1E1A-DA01-1E571E367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55CB60-D1AA-5804-153C-C1B872F7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7D364-93A8-4101-B7A2-33422E01DDBB}" type="datetimeFigureOut">
              <a:rPr lang="fr-FR" smtClean="0"/>
              <a:t>09/01/2024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BEE334-CF5E-AC1D-02C5-346854D7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781CC1-8590-9D61-B1BC-8D168B466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43EC-C041-40D9-A96B-60B6A32315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909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667EB8-AB3F-52E2-4F4F-8B184AB2D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0E15E2-C4E9-467D-8478-6A2398744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4F4DE8-5A6C-A014-889E-20425EE64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7D364-93A8-4101-B7A2-33422E01DDBB}" type="datetimeFigureOut">
              <a:rPr lang="fr-FR" smtClean="0"/>
              <a:t>09/01/2024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E87E82-5977-6829-27CD-807FCA176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9C9A99-3E8E-A764-A20D-A29264CB0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43EC-C041-40D9-A96B-60B6A32315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7034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648E4B-88B1-F070-F252-91C99D400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D98EAD-5770-B969-28D2-0039D4381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DAB44C-72B0-F93B-8111-37B15A75F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D777B0E-F06A-3B23-AFBB-A878F1455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7D364-93A8-4101-B7A2-33422E01DDBB}" type="datetimeFigureOut">
              <a:rPr lang="fr-FR" smtClean="0"/>
              <a:t>09/01/2024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BFC7A33-C673-6A6F-5A7F-CD482E6CF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FB5AF2-DD32-50DF-0626-871E784A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43EC-C041-40D9-A96B-60B6A32315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267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F0C2AF-B8F8-65F4-682D-415D21C48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3FA8FB4-C2A2-E7D8-C102-E3A089CF9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6EC3A6C-E109-F29E-622B-313F45724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5B1864D-265E-2B39-1A47-60FD2D7253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65FB717-A71D-0AC4-640E-B0AEB37BA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FE04564-C0F9-E810-70C2-F1B7E2EB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7D364-93A8-4101-B7A2-33422E01DDBB}" type="datetimeFigureOut">
              <a:rPr lang="fr-FR" smtClean="0"/>
              <a:t>09/01/2024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58993E6-CCF0-C3E6-C342-A405B04C4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D6B2133-620B-4EBD-06C1-7A7644ABF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43EC-C041-40D9-A96B-60B6A32315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7487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E987D-029F-AEA7-6EE3-D7924F348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8748D63-96B1-9E79-AAF3-1A53726B6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7D364-93A8-4101-B7A2-33422E01DDBB}" type="datetimeFigureOut">
              <a:rPr lang="fr-FR" smtClean="0"/>
              <a:t>09/01/2024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C53654D-69D3-15E1-F4DF-72E9A8393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E91F81D-D394-49DA-7C8B-F13FFFC0A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43EC-C041-40D9-A96B-60B6A32315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45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2F46708-0A9A-EEE2-6464-22CF0A86E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7D364-93A8-4101-B7A2-33422E01DDBB}" type="datetimeFigureOut">
              <a:rPr lang="fr-FR" smtClean="0"/>
              <a:t>09/01/2024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40244C3-71C8-3CB7-EF09-2B8476AD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B8B986-703C-9301-79E0-A93F3DF1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43EC-C041-40D9-A96B-60B6A32315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7470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2CA80D-E423-98A5-DFC5-4565ED5E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2A7094-5F79-0A2E-E820-2E7DDB091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8581CA5-365B-4A4D-9712-55DA5DFE0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F3AC5C-0076-4415-F715-CFEDF6F66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7D364-93A8-4101-B7A2-33422E01DDBB}" type="datetimeFigureOut">
              <a:rPr lang="fr-FR" smtClean="0"/>
              <a:t>09/01/2024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6FD543-7D18-7AB2-B7AB-EEA236B1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976659-3BA9-C445-105C-BC75EE08A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43EC-C041-40D9-A96B-60B6A32315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3456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843B78-6C82-E2CC-1933-8503147D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F355C99-6368-853D-6554-47F34B3734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272135C-1C12-3C10-D943-65473C86B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9ECBEE-C2C6-23CC-0840-5F98FF164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7D364-93A8-4101-B7A2-33422E01DDBB}" type="datetimeFigureOut">
              <a:rPr lang="fr-FR" smtClean="0"/>
              <a:t>09/01/2024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AA3B2C9-9DB5-1669-93ED-40979E2F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86CFE0-F9B5-8CF5-5B0D-6D9134447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43EC-C041-40D9-A96B-60B6A32315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2182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444F4F-FB9B-6920-81E4-8608BD06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0B166AC-E78A-C482-84F2-00A4776C2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C7DCAF-0BFF-DD35-2CF4-2984373D0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7D364-93A8-4101-B7A2-33422E01DDBB}" type="datetimeFigureOut">
              <a:rPr lang="fr-FR" smtClean="0"/>
              <a:t>09/01/2024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A7A5DA-E577-F97A-3B62-10C15D04A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41302C-5358-5E66-6736-6302A2E30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43EC-C041-40D9-A96B-60B6A32315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809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BEC6474-446C-928D-2BD5-5CB48167E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67BF556-6FCC-629B-691F-9D7381FF3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D74D0F-51EA-7907-A8BA-40420302C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7D364-93A8-4101-B7A2-33422E01DDBB}" type="datetimeFigureOut">
              <a:rPr lang="fr-FR" smtClean="0"/>
              <a:t>09/01/2024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D7F08B-79E7-9B24-F598-DE3D5309A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5D15A1-AD67-D064-2264-8CD5E02B9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43EC-C041-40D9-A96B-60B6A32315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095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A0E3871-29B9-D699-539C-F5016F508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6284B6-40D9-3648-3545-BCA5E9862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B621A0-F561-63DD-0326-F796583C2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7D364-93A8-4101-B7A2-33422E01DDBB}" type="datetimeFigureOut">
              <a:rPr lang="fr-FR" smtClean="0"/>
              <a:t>09/01/2024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9D4CB2-CEA2-4EE1-981C-E9F5440F9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D2A9FC-8BEB-1EFF-E5CC-9F25B1106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143EC-C041-40D9-A96B-60B6A32315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5901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AC2666-9F2A-B02C-7D7C-283FD6D14C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HAPROXY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5051BEF-5A5C-95C7-D586-56EC5D6A23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Reverse Proxy</a:t>
            </a:r>
          </a:p>
        </p:txBody>
      </p:sp>
    </p:spTree>
    <p:extLst>
      <p:ext uri="{BB962C8B-B14F-4D97-AF65-F5344CB8AC3E}">
        <p14:creationId xmlns:p14="http://schemas.microsoft.com/office/powerpoint/2010/main" val="744469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47C9F7-A60D-456C-1D2C-3125D6205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1742"/>
          </a:xfrm>
        </p:spPr>
        <p:txBody>
          <a:bodyPr/>
          <a:lstStyle/>
          <a:p>
            <a:r>
              <a:rPr lang="fr-FR" dirty="0"/>
              <a:t>HAPROXY c'est quoi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D87AB8-3EA9-40EF-6478-7E6F31FF0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66"/>
            <a:ext cx="10515600" cy="5020733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 mise en relation entre client/serveur : proxy</a:t>
            </a:r>
          </a:p>
          <a:p>
            <a:r>
              <a:rPr lang="fr-FR" dirty="0"/>
              <a:t> </a:t>
            </a:r>
            <a:r>
              <a:rPr lang="fr-FR" dirty="0" err="1"/>
              <a:t>load</a:t>
            </a:r>
            <a:r>
              <a:rPr lang="fr-FR" dirty="0"/>
              <a:t> balancing : répartition de charge entre plusieurs machines cibles</a:t>
            </a:r>
          </a:p>
          <a:p>
            <a:r>
              <a:rPr lang="fr-FR" dirty="0"/>
              <a:t> protège d'attaques directes</a:t>
            </a:r>
          </a:p>
          <a:p>
            <a:r>
              <a:rPr lang="fr-FR" dirty="0"/>
              <a:t> écoute sur des adresses ou ports (éventuellement translation)</a:t>
            </a:r>
          </a:p>
          <a:p>
            <a:r>
              <a:rPr lang="fr-FR" dirty="0"/>
              <a:t> transparence </a:t>
            </a:r>
          </a:p>
          <a:p>
            <a:r>
              <a:rPr lang="fr-FR" dirty="0"/>
              <a:t> multi-protocoles : ipv4 / ipv6...</a:t>
            </a:r>
          </a:p>
          <a:p>
            <a:r>
              <a:rPr lang="fr-FR" dirty="0"/>
              <a:t> configuration des timeout (règles)</a:t>
            </a:r>
          </a:p>
          <a:p>
            <a:r>
              <a:rPr lang="fr-FR" dirty="0"/>
              <a:t> http / </a:t>
            </a:r>
            <a:r>
              <a:rPr lang="fr-FR" dirty="0" err="1"/>
              <a:t>tls</a:t>
            </a:r>
            <a:r>
              <a:rPr lang="fr-FR" dirty="0"/>
              <a:t> 1.3</a:t>
            </a:r>
          </a:p>
          <a:p>
            <a:r>
              <a:rPr lang="fr-FR" dirty="0"/>
              <a:t> http 2.0 : réduction de latence</a:t>
            </a:r>
          </a:p>
          <a:p>
            <a:r>
              <a:rPr lang="fr-FR" dirty="0"/>
              <a:t> règles de </a:t>
            </a:r>
            <a:r>
              <a:rPr lang="fr-FR" dirty="0" err="1"/>
              <a:t>forwarding</a:t>
            </a:r>
            <a:endParaRPr lang="fr-FR" dirty="0"/>
          </a:p>
          <a:p>
            <a:r>
              <a:rPr lang="fr-FR" dirty="0"/>
              <a:t> gestion des certificats</a:t>
            </a:r>
          </a:p>
        </p:txBody>
      </p:sp>
    </p:spTree>
    <p:extLst>
      <p:ext uri="{BB962C8B-B14F-4D97-AF65-F5344CB8AC3E}">
        <p14:creationId xmlns:p14="http://schemas.microsoft.com/office/powerpoint/2010/main" val="2787692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38C18A-78F3-03C9-B7C0-6E85B17F2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</p:spPr>
        <p:txBody>
          <a:bodyPr/>
          <a:lstStyle/>
          <a:p>
            <a:r>
              <a:rPr lang="fr-FR" dirty="0"/>
              <a:t>HAPROXY : Techniquement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828AB8-4491-C798-2FEC-2B3FE529F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>
            <a:normAutofit fontScale="85000" lnSpcReduction="20000"/>
          </a:bodyPr>
          <a:lstStyle/>
          <a:p>
            <a:r>
              <a:rPr lang="fr-FR" dirty="0"/>
              <a:t> monitoring :</a:t>
            </a:r>
          </a:p>
          <a:p>
            <a:pPr marL="457200" lvl="1" indent="0">
              <a:buNone/>
            </a:pPr>
            <a:r>
              <a:rPr lang="fr-FR" dirty="0"/>
              <a:t>	- trafic frontend / backend</a:t>
            </a:r>
          </a:p>
          <a:p>
            <a:pPr marL="457200" lvl="1" indent="0">
              <a:buNone/>
            </a:pPr>
            <a:r>
              <a:rPr lang="fr-FR" dirty="0"/>
              <a:t>	- </a:t>
            </a:r>
            <a:r>
              <a:rPr lang="fr-FR" dirty="0" err="1"/>
              <a:t>healthcheck</a:t>
            </a:r>
            <a:r>
              <a:rPr lang="fr-FR" dirty="0"/>
              <a:t> : multiples méthodes (LDAP, SMTP, HTTP, TCP, SQL...)</a:t>
            </a:r>
          </a:p>
          <a:p>
            <a:r>
              <a:rPr lang="fr-FR" dirty="0"/>
              <a:t> interface graphique</a:t>
            </a:r>
          </a:p>
          <a:p>
            <a:r>
              <a:rPr lang="fr-FR" dirty="0"/>
              <a:t> service </a:t>
            </a:r>
            <a:r>
              <a:rPr lang="fr-FR" dirty="0" err="1"/>
              <a:t>reload</a:t>
            </a:r>
            <a:endParaRPr lang="fr-FR" dirty="0"/>
          </a:p>
          <a:p>
            <a:r>
              <a:rPr lang="fr-FR" dirty="0"/>
              <a:t> test de conf avant </a:t>
            </a:r>
            <a:r>
              <a:rPr lang="fr-FR" dirty="0" err="1"/>
              <a:t>reload</a:t>
            </a:r>
            <a:endParaRPr lang="fr-FR" dirty="0"/>
          </a:p>
          <a:p>
            <a:r>
              <a:rPr lang="fr-FR" dirty="0"/>
              <a:t> SPOF : donc HA... lien étroit avec </a:t>
            </a:r>
            <a:r>
              <a:rPr lang="fr-FR" dirty="0" err="1"/>
              <a:t>keepalived</a:t>
            </a:r>
            <a:endParaRPr lang="fr-FR" dirty="0"/>
          </a:p>
          <a:p>
            <a:r>
              <a:rPr lang="fr-FR" dirty="0"/>
              <a:t> 9 algos de </a:t>
            </a:r>
            <a:r>
              <a:rPr lang="fr-FR" dirty="0" err="1"/>
              <a:t>load</a:t>
            </a:r>
            <a:r>
              <a:rPr lang="fr-FR" dirty="0"/>
              <a:t> balancing : Round Robin, Least, first, source, URI, </a:t>
            </a:r>
            <a:r>
              <a:rPr lang="fr-FR" dirty="0" err="1"/>
              <a:t>hdr</a:t>
            </a:r>
            <a:r>
              <a:rPr lang="fr-FR" dirty="0"/>
              <a:t>...</a:t>
            </a:r>
          </a:p>
          <a:p>
            <a:r>
              <a:rPr lang="fr-FR" dirty="0"/>
              <a:t> slow start : mise en production progressive</a:t>
            </a:r>
          </a:p>
          <a:p>
            <a:r>
              <a:rPr lang="fr-FR" dirty="0"/>
              <a:t> </a:t>
            </a:r>
            <a:r>
              <a:rPr lang="fr-FR" dirty="0" err="1"/>
              <a:t>stickyness</a:t>
            </a:r>
            <a:r>
              <a:rPr lang="fr-FR" dirty="0"/>
              <a:t> : maintien de session</a:t>
            </a:r>
          </a:p>
          <a:p>
            <a:r>
              <a:rPr lang="fr-FR" dirty="0"/>
              <a:t> réécriture d'url</a:t>
            </a:r>
          </a:p>
          <a:p>
            <a:r>
              <a:rPr lang="fr-FR" dirty="0"/>
              <a:t> module Ansible</a:t>
            </a:r>
          </a:p>
        </p:txBody>
      </p:sp>
    </p:spTree>
    <p:extLst>
      <p:ext uri="{BB962C8B-B14F-4D97-AF65-F5344CB8AC3E}">
        <p14:creationId xmlns:p14="http://schemas.microsoft.com/office/powerpoint/2010/main" val="2269497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8E93F8-229F-EFCE-5575-001A9F37E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HAPROXY : Installation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82FE55-5FD2-E1A8-F839-DD99BFCE1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 paquet </a:t>
            </a:r>
            <a:r>
              <a:rPr lang="fr-FR" dirty="0" err="1"/>
              <a:t>debian</a:t>
            </a:r>
            <a:endParaRPr lang="fr-FR" dirty="0"/>
          </a:p>
          <a:p>
            <a:endParaRPr lang="fr-FR" dirty="0"/>
          </a:p>
          <a:p>
            <a:pPr lvl="1"/>
            <a:r>
              <a:rPr lang="fr-FR" i="1" dirty="0" err="1"/>
              <a:t>sudo</a:t>
            </a:r>
            <a:r>
              <a:rPr lang="fr-FR" i="1" dirty="0"/>
              <a:t> apt-get </a:t>
            </a:r>
            <a:r>
              <a:rPr lang="fr-FR" i="1" dirty="0" err="1"/>
              <a:t>install</a:t>
            </a:r>
            <a:r>
              <a:rPr lang="fr-FR" i="1" dirty="0"/>
              <a:t> </a:t>
            </a:r>
            <a:r>
              <a:rPr lang="fr-FR" i="1" dirty="0" err="1"/>
              <a:t>haproxy</a:t>
            </a:r>
            <a:endParaRPr lang="fr-FR" i="1" dirty="0"/>
          </a:p>
          <a:p>
            <a:endParaRPr lang="fr-FR" dirty="0"/>
          </a:p>
          <a:p>
            <a:r>
              <a:rPr lang="fr-FR" dirty="0"/>
              <a:t> configuration :</a:t>
            </a:r>
          </a:p>
          <a:p>
            <a:endParaRPr lang="fr-FR" dirty="0"/>
          </a:p>
          <a:p>
            <a:pPr lvl="1"/>
            <a:r>
              <a:rPr lang="fr-FR" dirty="0"/>
              <a:t>/</a:t>
            </a:r>
            <a:r>
              <a:rPr lang="fr-FR" dirty="0" err="1"/>
              <a:t>etc</a:t>
            </a:r>
            <a:r>
              <a:rPr lang="fr-FR" dirty="0"/>
              <a:t>/</a:t>
            </a:r>
            <a:r>
              <a:rPr lang="fr-FR" dirty="0" err="1"/>
              <a:t>haproxy</a:t>
            </a:r>
            <a:r>
              <a:rPr lang="fr-FR" dirty="0"/>
              <a:t>/</a:t>
            </a:r>
            <a:r>
              <a:rPr lang="fr-FR" dirty="0" err="1"/>
              <a:t>haproxy.cfg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6242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11E249-8BD9-7371-D910-B1A4F0E34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HAPROXY : les fichiers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B3C022-A54D-55A1-8DED-04EF5AF73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/</a:t>
            </a:r>
            <a:r>
              <a:rPr lang="fr-FR" dirty="0" err="1"/>
              <a:t>etc</a:t>
            </a:r>
            <a:r>
              <a:rPr lang="fr-FR" dirty="0"/>
              <a:t>/</a:t>
            </a:r>
            <a:r>
              <a:rPr lang="fr-FR" dirty="0" err="1"/>
              <a:t>sysconfig</a:t>
            </a:r>
            <a:r>
              <a:rPr lang="fr-FR" dirty="0"/>
              <a:t> : configuration du daemon(service)</a:t>
            </a:r>
          </a:p>
          <a:p>
            <a:endParaRPr lang="fr-FR" dirty="0"/>
          </a:p>
          <a:p>
            <a:r>
              <a:rPr lang="fr-FR" dirty="0"/>
              <a:t> /</a:t>
            </a:r>
            <a:r>
              <a:rPr lang="fr-FR" dirty="0" err="1"/>
              <a:t>etc</a:t>
            </a:r>
            <a:r>
              <a:rPr lang="fr-FR" dirty="0"/>
              <a:t>/</a:t>
            </a:r>
            <a:r>
              <a:rPr lang="fr-FR" dirty="0" err="1"/>
              <a:t>logrotate.d</a:t>
            </a:r>
            <a:r>
              <a:rPr lang="fr-FR" dirty="0"/>
              <a:t>/</a:t>
            </a:r>
            <a:r>
              <a:rPr lang="fr-FR" dirty="0" err="1"/>
              <a:t>haproxy</a:t>
            </a:r>
            <a:r>
              <a:rPr lang="fr-FR" dirty="0"/>
              <a:t> : si utilisation de </a:t>
            </a:r>
            <a:r>
              <a:rPr lang="fr-FR" dirty="0" err="1"/>
              <a:t>logrotate</a:t>
            </a:r>
            <a:endParaRPr lang="fr-FR" dirty="0"/>
          </a:p>
          <a:p>
            <a:endParaRPr lang="fr-FR" dirty="0"/>
          </a:p>
          <a:p>
            <a:r>
              <a:rPr lang="fr-FR" dirty="0"/>
              <a:t> /</a:t>
            </a:r>
            <a:r>
              <a:rPr lang="fr-FR" dirty="0" err="1"/>
              <a:t>etc</a:t>
            </a:r>
            <a:r>
              <a:rPr lang="fr-FR" dirty="0"/>
              <a:t>/</a:t>
            </a:r>
            <a:r>
              <a:rPr lang="fr-FR" dirty="0" err="1"/>
              <a:t>haproxy</a:t>
            </a:r>
            <a:r>
              <a:rPr lang="fr-FR" dirty="0"/>
              <a:t>/</a:t>
            </a:r>
            <a:r>
              <a:rPr lang="fr-FR" dirty="0" err="1"/>
              <a:t>haproxy.cfg</a:t>
            </a:r>
            <a:r>
              <a:rPr lang="fr-FR" dirty="0"/>
              <a:t> : fichier de configuration des front/back</a:t>
            </a:r>
          </a:p>
          <a:p>
            <a:endParaRPr lang="fr-FR" dirty="0"/>
          </a:p>
          <a:p>
            <a:r>
              <a:rPr lang="fr-FR" dirty="0"/>
              <a:t> /var/lib/</a:t>
            </a:r>
            <a:r>
              <a:rPr lang="fr-FR" dirty="0" err="1"/>
              <a:t>haproxy</a:t>
            </a:r>
            <a:r>
              <a:rPr lang="fr-FR" dirty="0"/>
              <a:t> : datas de </a:t>
            </a:r>
            <a:r>
              <a:rPr lang="fr-FR" dirty="0" err="1"/>
              <a:t>haproxy</a:t>
            </a:r>
            <a:endParaRPr lang="fr-FR" dirty="0"/>
          </a:p>
          <a:p>
            <a:endParaRPr lang="fr-FR" dirty="0"/>
          </a:p>
          <a:p>
            <a:r>
              <a:rPr lang="fr-FR" dirty="0"/>
              <a:t> /</a:t>
            </a:r>
            <a:r>
              <a:rPr lang="fr-FR" dirty="0" err="1"/>
              <a:t>usr</a:t>
            </a:r>
            <a:r>
              <a:rPr lang="fr-FR" dirty="0"/>
              <a:t>/</a:t>
            </a:r>
            <a:r>
              <a:rPr lang="fr-FR" dirty="0" err="1"/>
              <a:t>sbin</a:t>
            </a:r>
            <a:r>
              <a:rPr lang="fr-FR" dirty="0"/>
              <a:t>/</a:t>
            </a:r>
            <a:r>
              <a:rPr lang="fr-FR" dirty="0" err="1"/>
              <a:t>haproxy</a:t>
            </a:r>
            <a:r>
              <a:rPr lang="fr-FR" dirty="0"/>
              <a:t> : binaire </a:t>
            </a:r>
            <a:r>
              <a:rPr lang="fr-FR" dirty="0" err="1"/>
              <a:t>haproxy</a:t>
            </a:r>
            <a:endParaRPr lang="fr-FR" dirty="0"/>
          </a:p>
          <a:p>
            <a:endParaRPr lang="fr-FR" dirty="0"/>
          </a:p>
          <a:p>
            <a:r>
              <a:rPr lang="fr-FR" dirty="0"/>
              <a:t> /</a:t>
            </a:r>
            <a:r>
              <a:rPr lang="fr-FR" dirty="0" err="1"/>
              <a:t>usr</a:t>
            </a:r>
            <a:r>
              <a:rPr lang="fr-FR" dirty="0"/>
              <a:t>/</a:t>
            </a:r>
            <a:r>
              <a:rPr lang="fr-FR" dirty="0" err="1"/>
              <a:t>share</a:t>
            </a:r>
            <a:r>
              <a:rPr lang="fr-FR" dirty="0"/>
              <a:t>/</a:t>
            </a:r>
            <a:r>
              <a:rPr lang="fr-FR" dirty="0" err="1"/>
              <a:t>haproxy</a:t>
            </a:r>
            <a:r>
              <a:rPr lang="fr-FR" dirty="0"/>
              <a:t> : </a:t>
            </a:r>
            <a:r>
              <a:rPr lang="fr-FR" dirty="0" err="1"/>
              <a:t>template</a:t>
            </a:r>
            <a:r>
              <a:rPr lang="fr-FR" dirty="0"/>
              <a:t> des pages d'erreur</a:t>
            </a:r>
          </a:p>
        </p:txBody>
      </p:sp>
    </p:spTree>
    <p:extLst>
      <p:ext uri="{BB962C8B-B14F-4D97-AF65-F5344CB8AC3E}">
        <p14:creationId xmlns:p14="http://schemas.microsoft.com/office/powerpoint/2010/main" val="263712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E9757-C43A-5629-5226-7030BA4F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542"/>
          </a:xfrm>
        </p:spPr>
        <p:txBody>
          <a:bodyPr/>
          <a:lstStyle/>
          <a:p>
            <a:r>
              <a:rPr lang="fr-FR" dirty="0"/>
              <a:t>les 9 étapes selon </a:t>
            </a:r>
            <a:r>
              <a:rPr lang="fr-FR" dirty="0" err="1"/>
              <a:t>Haproxy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B65C1E-1636-FE0B-D230-5D0FD275E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067"/>
            <a:ext cx="10515600" cy="4669896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1- frontend : écoute sur les adresses/IP définies (une ou plusieurs entrées)</a:t>
            </a:r>
          </a:p>
          <a:p>
            <a:r>
              <a:rPr lang="fr-FR" dirty="0"/>
              <a:t>2- frontend : application des règles spécifiques (blocage, modification header, interception, stats)</a:t>
            </a:r>
          </a:p>
          <a:p>
            <a:r>
              <a:rPr lang="fr-FR" dirty="0"/>
              <a:t>3- frontend : redirection vers un backend lié</a:t>
            </a:r>
          </a:p>
          <a:p>
            <a:r>
              <a:rPr lang="fr-FR" dirty="0"/>
              <a:t>4- backend : application des règles spécifique au backend</a:t>
            </a:r>
          </a:p>
          <a:p>
            <a:r>
              <a:rPr lang="fr-FR" dirty="0"/>
              <a:t>5- backend : application de la règle de </a:t>
            </a:r>
            <a:r>
              <a:rPr lang="fr-FR" dirty="0" err="1"/>
              <a:t>load</a:t>
            </a:r>
            <a:r>
              <a:rPr lang="fr-FR" dirty="0"/>
              <a:t> balancing</a:t>
            </a:r>
          </a:p>
          <a:p>
            <a:r>
              <a:rPr lang="fr-FR" dirty="0"/>
              <a:t>6- backend : gestion des règles des retours du serveur (data) niveau backend</a:t>
            </a:r>
          </a:p>
          <a:p>
            <a:r>
              <a:rPr lang="fr-FR" dirty="0"/>
              <a:t>7- frontend : gestion des règles des retours niveau frontend</a:t>
            </a:r>
          </a:p>
          <a:p>
            <a:r>
              <a:rPr lang="fr-FR" dirty="0"/>
              <a:t>8- log : réalisation du log correspondant à l'échange</a:t>
            </a:r>
          </a:p>
          <a:p>
            <a:r>
              <a:rPr lang="fr-FR" dirty="0"/>
              <a:t>9- http : retour à la deuxième étape si nécessaire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7215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E9757-C43A-5629-5226-7030BA4F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542"/>
          </a:xfrm>
        </p:spPr>
        <p:txBody>
          <a:bodyPr/>
          <a:lstStyle/>
          <a:p>
            <a:r>
              <a:rPr lang="fr-FR" dirty="0"/>
              <a:t>HAPROXY configuration : Global et Default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B65C1E-1636-FE0B-D230-5D0FD275E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668"/>
            <a:ext cx="10515600" cy="5265206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section global : s'applique à </a:t>
            </a:r>
            <a:r>
              <a:rPr lang="fr-FR" dirty="0" err="1"/>
              <a:t>haproxy</a:t>
            </a:r>
            <a:r>
              <a:rPr lang="fr-FR" dirty="0"/>
              <a:t> lui-même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log : log binaire format </a:t>
            </a:r>
            <a:r>
              <a:rPr lang="fr-FR" dirty="0" err="1"/>
              <a:t>syslog</a:t>
            </a: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 err="1"/>
              <a:t>chroot</a:t>
            </a:r>
            <a:r>
              <a:rPr lang="fr-FR" dirty="0"/>
              <a:t> : manière de sécuriser </a:t>
            </a:r>
            <a:r>
              <a:rPr lang="fr-FR" dirty="0" err="1"/>
              <a:t>haproxy</a:t>
            </a:r>
            <a:r>
              <a:rPr lang="fr-FR" dirty="0"/>
              <a:t> en chrootant dans /var/lib/</a:t>
            </a:r>
            <a:r>
              <a:rPr lang="fr-FR" dirty="0" err="1"/>
              <a:t>haproxy</a:t>
            </a: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stats : activation de la socket (interaction </a:t>
            </a:r>
            <a:r>
              <a:rPr lang="fr-FR" dirty="0" err="1"/>
              <a:t>hatop</a:t>
            </a: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timeout : sur la socket stat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user/group : qui lance le process </a:t>
            </a:r>
            <a:r>
              <a:rPr lang="fr-FR" dirty="0" err="1"/>
              <a:t>haproxy</a:t>
            </a: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daemon : faire tourner en background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éventuellement le </a:t>
            </a:r>
            <a:r>
              <a:rPr lang="fr-FR" dirty="0" err="1"/>
              <a:t>ssl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CF8BC2C-0F8D-D4D9-5E5B-C338B7C66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742" y="1676400"/>
            <a:ext cx="10036947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002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E9757-C43A-5629-5226-7030BA4F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542"/>
          </a:xfrm>
        </p:spPr>
        <p:txBody>
          <a:bodyPr/>
          <a:lstStyle/>
          <a:p>
            <a:r>
              <a:rPr lang="fr-FR" dirty="0"/>
              <a:t>HAPROXY configuration : Global et Default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B65C1E-1636-FE0B-D230-5D0FD275E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067"/>
            <a:ext cx="11162016" cy="5207000"/>
          </a:xfrm>
        </p:spPr>
        <p:txBody>
          <a:bodyPr>
            <a:normAutofit fontScale="85000" lnSpcReduction="20000"/>
          </a:bodyPr>
          <a:lstStyle/>
          <a:p>
            <a:r>
              <a:rPr lang="fr-FR" dirty="0"/>
              <a:t>section default : s'applique si aucune autre configuration n'est précisée (sur front/back)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log global : log tout vers </a:t>
            </a:r>
            <a:r>
              <a:rPr lang="fr-FR" dirty="0" err="1"/>
              <a:t>syslog</a:t>
            </a:r>
            <a:endParaRPr lang="fr-FR" dirty="0"/>
          </a:p>
          <a:p>
            <a:r>
              <a:rPr lang="fr-FR" dirty="0"/>
              <a:t>mode http : type de LB (TCP ou HTTP)</a:t>
            </a:r>
          </a:p>
          <a:p>
            <a:r>
              <a:rPr lang="fr-FR" dirty="0"/>
              <a:t>option : log des requêtes http</a:t>
            </a:r>
          </a:p>
          <a:p>
            <a:r>
              <a:rPr lang="fr-FR" dirty="0" err="1"/>
              <a:t>dontlognull</a:t>
            </a:r>
            <a:r>
              <a:rPr lang="fr-FR" dirty="0"/>
              <a:t> : ne log pas les requêtes </a:t>
            </a:r>
            <a:r>
              <a:rPr lang="fr-FR" dirty="0" err="1"/>
              <a:t>null</a:t>
            </a:r>
            <a:endParaRPr lang="fr-FR" dirty="0"/>
          </a:p>
          <a:p>
            <a:r>
              <a:rPr lang="fr-FR" dirty="0"/>
              <a:t>timeout </a:t>
            </a:r>
            <a:r>
              <a:rPr lang="fr-FR" dirty="0" err="1"/>
              <a:t>connect</a:t>
            </a:r>
            <a:r>
              <a:rPr lang="fr-FR" dirty="0"/>
              <a:t> : connexion au serveur cible</a:t>
            </a:r>
          </a:p>
          <a:p>
            <a:r>
              <a:rPr lang="fr-FR" dirty="0"/>
              <a:t>timeout client : connexion cliente (browser)</a:t>
            </a:r>
          </a:p>
          <a:p>
            <a:r>
              <a:rPr lang="fr-FR" dirty="0"/>
              <a:t>timeout server : la réponse du serveur cible</a:t>
            </a:r>
          </a:p>
          <a:p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642932CC-4F0D-6909-2270-CE04108E7C72}"/>
              </a:ext>
            </a:extLst>
          </p:cNvPr>
          <p:cNvSpPr txBox="1">
            <a:spLocks/>
          </p:cNvSpPr>
          <p:nvPr/>
        </p:nvSpPr>
        <p:spPr>
          <a:xfrm>
            <a:off x="6163733" y="1507067"/>
            <a:ext cx="5190067" cy="5207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3B15C3C-6DD3-4BE9-718F-3ABB468E2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862" y="2147887"/>
            <a:ext cx="6076255" cy="187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00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E9757-C43A-5629-5226-7030BA4F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542"/>
          </a:xfrm>
        </p:spPr>
        <p:txBody>
          <a:bodyPr>
            <a:normAutofit/>
          </a:bodyPr>
          <a:lstStyle/>
          <a:p>
            <a:r>
              <a:rPr lang="fr-FR" dirty="0"/>
              <a:t>HAPROXY :  </a:t>
            </a:r>
            <a:r>
              <a:rPr lang="fr-FR" dirty="0" err="1"/>
              <a:t>FrontEnd</a:t>
            </a:r>
            <a:r>
              <a:rPr lang="fr-FR" dirty="0"/>
              <a:t> / </a:t>
            </a:r>
            <a:r>
              <a:rPr lang="fr-FR" dirty="0" err="1"/>
              <a:t>BackEnd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B65C1E-1636-FE0B-D230-5D0FD275E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067"/>
            <a:ext cx="10515600" cy="4669896"/>
          </a:xfrm>
        </p:spPr>
        <p:txBody>
          <a:bodyPr>
            <a:normAutofit/>
          </a:bodyPr>
          <a:lstStyle/>
          <a:p>
            <a:r>
              <a:rPr lang="fr-FR" dirty="0"/>
              <a:t>frontend : le reverse proxy</a:t>
            </a:r>
          </a:p>
          <a:p>
            <a:r>
              <a:rPr lang="fr-FR" dirty="0"/>
              <a:t>écoute : </a:t>
            </a:r>
            <a:r>
              <a:rPr lang="fr-FR" dirty="0" err="1"/>
              <a:t>listener</a:t>
            </a:r>
            <a:r>
              <a:rPr lang="fr-FR" dirty="0"/>
              <a:t> / écoute</a:t>
            </a:r>
          </a:p>
          <a:p>
            <a:pPr lvl="1"/>
            <a:r>
              <a:rPr lang="fr-FR" dirty="0"/>
              <a:t>exemple frontend minimaliste :</a:t>
            </a:r>
          </a:p>
          <a:p>
            <a:pPr lvl="1"/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228600" lvl="1">
              <a:spcBef>
                <a:spcPts val="1000"/>
              </a:spcBef>
            </a:pPr>
            <a:r>
              <a:rPr lang="fr-FR" sz="2800" dirty="0"/>
              <a:t>redirection des paquets</a:t>
            </a:r>
          </a:p>
          <a:p>
            <a:pPr marL="685800" lvl="2">
              <a:spcBef>
                <a:spcPts val="1000"/>
              </a:spcBef>
            </a:pPr>
            <a:r>
              <a:rPr lang="fr-FR" dirty="0"/>
              <a:t>exemple de backend minimaliste :</a:t>
            </a:r>
          </a:p>
          <a:p>
            <a:pPr marL="685800" lvl="2">
              <a:spcBef>
                <a:spcPts val="1000"/>
              </a:spcBef>
            </a:pPr>
            <a:endParaRPr lang="fr-FR" dirty="0"/>
          </a:p>
          <a:p>
            <a:pPr marL="685800" lvl="2">
              <a:spcBef>
                <a:spcPts val="1000"/>
              </a:spcBef>
            </a:pPr>
            <a:endParaRPr lang="fr-FR" dirty="0"/>
          </a:p>
          <a:p>
            <a:pPr marL="685800" lvl="2">
              <a:spcBef>
                <a:spcPts val="1000"/>
              </a:spcBef>
            </a:pPr>
            <a:endParaRPr lang="fr-FR" dirty="0"/>
          </a:p>
          <a:p>
            <a:pPr marL="685800" lvl="2">
              <a:spcBef>
                <a:spcPts val="1000"/>
              </a:spcBef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16E2034-13CE-5AE1-F1CF-9F9E536A7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755" y="2917862"/>
            <a:ext cx="6322490" cy="71471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3A324CF-4FF4-7C76-74DF-7586A8BFD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755" y="4762385"/>
            <a:ext cx="7429500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42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E9757-C43A-5629-5226-7030BA4F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542"/>
          </a:xfrm>
        </p:spPr>
        <p:txBody>
          <a:bodyPr>
            <a:normAutofit fontScale="90000"/>
          </a:bodyPr>
          <a:lstStyle/>
          <a:p>
            <a:r>
              <a:rPr lang="fr-FR" dirty="0"/>
              <a:t>HAPROXY : Equilibrage de charge (</a:t>
            </a:r>
            <a:r>
              <a:rPr lang="fr-FR" dirty="0" err="1"/>
              <a:t>load</a:t>
            </a:r>
            <a:r>
              <a:rPr lang="fr-FR" dirty="0"/>
              <a:t> balancing)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2D18849-247A-B403-3F17-5902807EA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ajout d'un serveur python :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mise en place d'un second serveur dans le backend :</a:t>
            </a:r>
          </a:p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6D9C4B7-B7C3-9D40-B582-B7AC55FD3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527" y="2551148"/>
            <a:ext cx="7429500" cy="27622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D895531-C3F3-035A-862E-97661DA46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052" y="3935430"/>
            <a:ext cx="741997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659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E9757-C43A-5629-5226-7030BA4F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7007"/>
          </a:xfrm>
        </p:spPr>
        <p:txBody>
          <a:bodyPr>
            <a:normAutofit fontScale="90000"/>
          </a:bodyPr>
          <a:lstStyle/>
          <a:p>
            <a:r>
              <a:rPr lang="fr-FR" dirty="0"/>
              <a:t>HAPROXY :  ACL (Gérer plusieurs URL)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B65C1E-1636-FE0B-D230-5D0FD275E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2200"/>
            <a:ext cx="10515600" cy="3266611"/>
          </a:xfrm>
        </p:spPr>
        <p:txBody>
          <a:bodyPr>
            <a:normAutofit fontScale="92500" lnSpcReduction="10000"/>
          </a:bodyPr>
          <a:lstStyle/>
          <a:p>
            <a:r>
              <a:rPr lang="fr-FR" dirty="0" err="1"/>
              <a:t>acl</a:t>
            </a:r>
            <a:r>
              <a:rPr lang="fr-FR" dirty="0"/>
              <a:t> = gestion plus fine des entrants</a:t>
            </a:r>
          </a:p>
          <a:p>
            <a:r>
              <a:rPr lang="fr-FR" dirty="0"/>
              <a:t>		- url</a:t>
            </a:r>
          </a:p>
          <a:p>
            <a:r>
              <a:rPr lang="fr-FR" dirty="0"/>
              <a:t>		- beaucoup d'autres éléments : master/slave...</a:t>
            </a:r>
          </a:p>
          <a:p>
            <a:r>
              <a:rPr lang="fr-FR" dirty="0"/>
              <a:t> proxy : plusieurs url d'entrée pour des cibles différentes</a:t>
            </a:r>
          </a:p>
          <a:p>
            <a:r>
              <a:rPr lang="fr-FR" dirty="0"/>
              <a:t> couche L7 : mode http ( diff de L4 pour TCP)</a:t>
            </a:r>
          </a:p>
          <a:p>
            <a:endParaRPr lang="fr-FR" dirty="0"/>
          </a:p>
          <a:p>
            <a:r>
              <a:rPr lang="fr-FR" dirty="0"/>
              <a:t> frontend: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E8B6302-9A5B-B79A-C613-7A6B53983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724" y="4428162"/>
            <a:ext cx="7290049" cy="75901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4CFE3F3-AE78-06F0-3DF3-C08CCE726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724" y="5256525"/>
            <a:ext cx="7858125" cy="54292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E2A081F-7468-7B58-8D5E-C6DC52E62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724" y="5868801"/>
            <a:ext cx="78486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27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E9757-C43A-5629-5226-7030BA4F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542"/>
          </a:xfrm>
        </p:spPr>
        <p:txBody>
          <a:bodyPr/>
          <a:lstStyle/>
          <a:p>
            <a:r>
              <a:rPr lang="fr-FR" dirty="0"/>
              <a:t>HAPROXY :  ACL (Gérer plusieurs URL)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B65C1E-1636-FE0B-D230-5D0FD275E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066"/>
            <a:ext cx="10515600" cy="5130039"/>
          </a:xfrm>
        </p:spPr>
        <p:txBody>
          <a:bodyPr>
            <a:normAutofit/>
          </a:bodyPr>
          <a:lstStyle/>
          <a:p>
            <a:r>
              <a:rPr lang="fr-FR" dirty="0"/>
              <a:t>frontend: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backend 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2AA24F4-BB36-007C-AEA4-C3257648E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772" y="5100638"/>
            <a:ext cx="7848600" cy="5334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E39F5E7-7E35-E584-42F2-EF37038F5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772" y="5856250"/>
            <a:ext cx="7848600" cy="54292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10631F08-E1FF-3777-215A-3A27046F2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772" y="2133057"/>
            <a:ext cx="7290049" cy="75901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1544CC8-3690-8425-2CC3-83719D6C1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4772" y="3069464"/>
            <a:ext cx="7858125" cy="54292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F1AFC21-6A1E-8453-3CEE-312ED5D825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4772" y="3747299"/>
            <a:ext cx="78486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06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E9757-C43A-5629-5226-7030BA4F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542"/>
          </a:xfrm>
        </p:spPr>
        <p:txBody>
          <a:bodyPr/>
          <a:lstStyle/>
          <a:p>
            <a:r>
              <a:rPr lang="fr-FR" dirty="0"/>
              <a:t>HAPROXY :  </a:t>
            </a:r>
            <a:r>
              <a:rPr lang="fr-FR" dirty="0" err="1"/>
              <a:t>Forward</a:t>
            </a:r>
            <a:r>
              <a:rPr lang="fr-FR" dirty="0"/>
              <a:t> For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B65C1E-1636-FE0B-D230-5D0FD275E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067"/>
            <a:ext cx="10515600" cy="4669896"/>
          </a:xfrm>
        </p:spPr>
        <p:txBody>
          <a:bodyPr>
            <a:normAutofit/>
          </a:bodyPr>
          <a:lstStyle/>
          <a:p>
            <a:endParaRPr lang="fr-FR" dirty="0"/>
          </a:p>
          <a:p>
            <a:r>
              <a:rPr lang="fr-FR" dirty="0"/>
              <a:t>rendre </a:t>
            </a:r>
            <a:r>
              <a:rPr lang="fr-FR" dirty="0" err="1"/>
              <a:t>haproxy</a:t>
            </a:r>
            <a:r>
              <a:rPr lang="fr-FR" dirty="0"/>
              <a:t> le plus transparent possible</a:t>
            </a:r>
          </a:p>
          <a:p>
            <a:endParaRPr lang="fr-FR" dirty="0"/>
          </a:p>
          <a:p>
            <a:r>
              <a:rPr lang="fr-FR" dirty="0"/>
              <a:t> être capable de conserver </a:t>
            </a:r>
            <a:r>
              <a:rPr lang="fr-FR" dirty="0" err="1"/>
              <a:t>l'ip</a:t>
            </a:r>
            <a:r>
              <a:rPr lang="fr-FR" dirty="0"/>
              <a:t> cliente de bout en bout</a:t>
            </a:r>
          </a:p>
          <a:p>
            <a:endParaRPr lang="fr-FR" dirty="0"/>
          </a:p>
          <a:p>
            <a:r>
              <a:rPr lang="fr-FR" dirty="0"/>
              <a:t> pour les logs</a:t>
            </a:r>
          </a:p>
          <a:p>
            <a:endParaRPr lang="fr-FR" dirty="0"/>
          </a:p>
          <a:p>
            <a:r>
              <a:rPr lang="fr-FR" dirty="0"/>
              <a:t> pour le type de service (zone géographique)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4590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E9757-C43A-5629-5226-7030BA4F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542"/>
          </a:xfrm>
        </p:spPr>
        <p:txBody>
          <a:bodyPr/>
          <a:lstStyle/>
          <a:p>
            <a:r>
              <a:rPr lang="fr-FR" dirty="0"/>
              <a:t>HAPROXY : Protection des échanges (TLS)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12D2CE5-617A-A1DC-CF80-1B5A9F28A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912" y="2733762"/>
            <a:ext cx="10019048" cy="1390476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D1C7C02-49B7-18F1-50E7-F714FDABA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36" y="4494972"/>
            <a:ext cx="10009524" cy="45714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56DF4C5-B3A1-E738-9235-546000F55157}"/>
              </a:ext>
            </a:extLst>
          </p:cNvPr>
          <p:cNvSpPr txBox="1"/>
          <p:nvPr/>
        </p:nvSpPr>
        <p:spPr>
          <a:xfrm>
            <a:off x="838200" y="1960435"/>
            <a:ext cx="7441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Terminaison SSL : </a:t>
            </a:r>
          </a:p>
        </p:txBody>
      </p:sp>
    </p:spTree>
    <p:extLst>
      <p:ext uri="{BB962C8B-B14F-4D97-AF65-F5344CB8AC3E}">
        <p14:creationId xmlns:p14="http://schemas.microsoft.com/office/powerpoint/2010/main" val="145376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E9757-C43A-5629-5226-7030BA4F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542"/>
          </a:xfrm>
        </p:spPr>
        <p:txBody>
          <a:bodyPr/>
          <a:lstStyle/>
          <a:p>
            <a:r>
              <a:rPr lang="fr-FR" dirty="0"/>
              <a:t>HAPROXY : Protection des échanges (TLS)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B65C1E-1636-FE0B-D230-5D0FD275E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732" y="1507066"/>
            <a:ext cx="10515600" cy="4669896"/>
          </a:xfrm>
        </p:spPr>
        <p:txBody>
          <a:bodyPr>
            <a:normAutofit/>
          </a:bodyPr>
          <a:lstStyle/>
          <a:p>
            <a:r>
              <a:rPr lang="fr-FR" dirty="0"/>
              <a:t>Mode Re-</a:t>
            </a:r>
            <a:r>
              <a:rPr lang="fr-FR" dirty="0" err="1"/>
              <a:t>Encryption</a:t>
            </a:r>
            <a:r>
              <a:rPr lang="fr-FR" dirty="0"/>
              <a:t> 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sz="1800" dirty="0" err="1"/>
              <a:t>Ssl_fc</a:t>
            </a:r>
            <a:r>
              <a:rPr lang="fr-FR" sz="1800" dirty="0"/>
              <a:t> retourne </a:t>
            </a:r>
            <a:r>
              <a:rPr lang="fr-FR" sz="1800" dirty="0" err="1"/>
              <a:t>true</a:t>
            </a:r>
            <a:r>
              <a:rPr lang="fr-FR" sz="1800" dirty="0"/>
              <a:t> si TLS(SSL)</a:t>
            </a:r>
          </a:p>
          <a:p>
            <a:r>
              <a:rPr lang="fr-FR" sz="1800" dirty="0" err="1"/>
              <a:t>Verify</a:t>
            </a:r>
            <a:r>
              <a:rPr lang="fr-FR" sz="1800" dirty="0"/>
              <a:t> none permet d’établir la connexion avec le backend (serveurs web) même si le certificat n’est pas validé par une CA. C’est utile si on utilise un certificat autosigné. 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66BF30A-D32B-0D2D-CA81-7D137DDE1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069" y="2209800"/>
            <a:ext cx="8239125" cy="12192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2334CB9-656C-A80D-CE7C-9FBE42F8C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068" y="3541977"/>
            <a:ext cx="82391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71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E9757-C43A-5629-5226-7030BA4F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542"/>
          </a:xfrm>
        </p:spPr>
        <p:txBody>
          <a:bodyPr/>
          <a:lstStyle/>
          <a:p>
            <a:r>
              <a:rPr lang="fr-FR" dirty="0"/>
              <a:t>HAPROXY : Options TLS avancées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B65C1E-1636-FE0B-D230-5D0FD275E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067"/>
            <a:ext cx="10515600" cy="4669896"/>
          </a:xfrm>
        </p:spPr>
        <p:txBody>
          <a:bodyPr>
            <a:normAutofit/>
          </a:bodyPr>
          <a:lstStyle/>
          <a:p>
            <a:r>
              <a:rPr lang="fr-FR" dirty="0"/>
              <a:t>Déterminer la version minimum de TLS à utiliser: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Définir la version max de TLS à utiliser :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B7F3A55-8250-0ABB-9FE8-C115F81FF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37" y="2054832"/>
            <a:ext cx="7109733" cy="106728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0ED74BE-48C6-3F9F-DD4F-2716107F1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37" y="4020887"/>
            <a:ext cx="7229658" cy="114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4728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810</Words>
  <Application>Microsoft Office PowerPoint</Application>
  <PresentationFormat>Grand écran</PresentationFormat>
  <Paragraphs>149</Paragraphs>
  <Slides>16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Thème Office</vt:lpstr>
      <vt:lpstr>HAPROXY</vt:lpstr>
      <vt:lpstr>HAPROXY c'est quoi ?</vt:lpstr>
      <vt:lpstr>HAPROXY : Techniquement</vt:lpstr>
      <vt:lpstr>HAPROXY : Installation</vt:lpstr>
      <vt:lpstr>HAPROXY : les fichiers</vt:lpstr>
      <vt:lpstr>les 9 étapes selon Haproxy</vt:lpstr>
      <vt:lpstr>HAPROXY configuration : Global et Default</vt:lpstr>
      <vt:lpstr>HAPROXY configuration : Global et Default</vt:lpstr>
      <vt:lpstr>HAPROXY :  FrontEnd / BackEnd</vt:lpstr>
      <vt:lpstr>HAPROXY : Equilibrage de charge (load balancing)</vt:lpstr>
      <vt:lpstr>HAPROXY :  ACL (Gérer plusieurs URL)</vt:lpstr>
      <vt:lpstr>HAPROXY :  ACL (Gérer plusieurs URL)</vt:lpstr>
      <vt:lpstr>HAPROXY :  Forward For</vt:lpstr>
      <vt:lpstr>HAPROXY : Protection des échanges (TLS)</vt:lpstr>
      <vt:lpstr>HAPROXY : Protection des échanges (TLS)</vt:lpstr>
      <vt:lpstr>HAPROXY : Options TLS avancées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HAPROXY</dc:title>
  <dc:creator>Hicham</dc:creator>
  <cp:lastModifiedBy>Hicham</cp:lastModifiedBy>
  <cp:revision>13</cp:revision>
  <dcterms:created xsi:type="dcterms:W3CDTF">2024-01-06T15:12:32Z</dcterms:created>
  <dcterms:modified xsi:type="dcterms:W3CDTF">2024-01-09T16:51:10Z</dcterms:modified>
</cp:coreProperties>
</file>